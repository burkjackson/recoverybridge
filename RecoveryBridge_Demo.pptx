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RecoveryBridge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Flow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"Connection is the antidote to addiction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do not heal in isolation"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0" y="914400"/>
            <a:ext cx="4114800" cy="3931920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4" name="Text 2"/>
          <p:cNvSpPr/>
          <p:nvPr/>
        </p:nvSpPr>
        <p:spPr>
          <a:xfrm>
            <a:off x="4754880" y="1188720"/>
            <a:ext cx="37490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Impressions: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Mission: Connection is the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antidote to addiction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Clear CTA buttons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How It Works section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Who We Serve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Trust &amp; privacy indicators</a:t>
            </a:r>
            <a:endParaRPr lang="en-US" sz="20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Crisis resources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 Up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2286000" y="1371600"/>
            <a:ext cx="4572000" cy="3200400"/>
          </a:xfrm>
          <a:prstGeom prst="rect">
            <a:avLst/>
          </a:prstGeom>
          <a:solidFill>
            <a:srgbClr val="F8F9FA"/>
          </a:solidFill>
          <a:ln w="254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RecoveryBridge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your account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265176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address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3200400"/>
            <a:ext cx="36576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 via Supabase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Onboarding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Process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914400" y="1828800"/>
            <a:ext cx="1828800" cy="2286000"/>
          </a:xfrm>
          <a:prstGeom prst="rect">
            <a:avLst/>
          </a:prstGeom>
          <a:solidFill>
            <a:srgbClr val="E8E4F0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103120"/>
            <a:ext cx="640080" cy="64008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Greeting message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34640" y="2880360"/>
            <a:ext cx="365760" cy="18288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0" y="1828800"/>
            <a:ext cx="1828800" cy="2286000"/>
          </a:xfrm>
          <a:prstGeom prst="rect">
            <a:avLst/>
          </a:prstGeom>
          <a:solidFill>
            <a:srgbClr val="E8E4F0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103120"/>
            <a:ext cx="640080" cy="64008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Role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participation type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880360"/>
            <a:ext cx="365760" cy="18288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1828800"/>
            <a:ext cx="1828800" cy="2286000"/>
          </a:xfrm>
          <a:prstGeom prst="rect">
            <a:avLst/>
          </a:prstGeom>
          <a:solidFill>
            <a:srgbClr val="E8E4F0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32120" y="2103120"/>
            <a:ext cx="640080" cy="64008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Story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bio (optional)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2880360"/>
            <a:ext cx="365760" cy="182880"/>
          </a:xfrm>
          <a:prstGeom prst="rightArrow">
            <a:avLst/>
          </a:prstGeom>
          <a:solidFill>
            <a:srgbClr val="4A90E2"/>
          </a:solidFill>
          <a:ln/>
        </p:spPr>
      </p:sp>
      <p:sp>
        <p:nvSpPr>
          <p:cNvPr id="22" name="Shape 20"/>
          <p:cNvSpPr/>
          <p:nvPr/>
        </p:nvSpPr>
        <p:spPr>
          <a:xfrm>
            <a:off x="6949440" y="1828800"/>
            <a:ext cx="1828800" cy="2286000"/>
          </a:xfrm>
          <a:prstGeom prst="rect">
            <a:avLst/>
          </a:prstGeom>
          <a:solidFill>
            <a:srgbClr val="E8E4F0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43800" y="2103120"/>
            <a:ext cx="640080" cy="64008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7040880" y="29260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Guidelines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088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to standards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Choose Your Role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0" cy="914400"/>
          </a:xfrm>
          <a:prstGeom prst="rect">
            <a:avLst/>
          </a:prstGeom>
          <a:solidFill>
            <a:srgbClr val="E8E4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544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Recovery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286000" y="18288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my recovery journey, may seek or offer support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71600" y="2560320"/>
            <a:ext cx="6400800" cy="914400"/>
          </a:xfrm>
          <a:prstGeom prst="rect">
            <a:avLst/>
          </a:prstGeom>
          <a:solidFill>
            <a:srgbClr val="E8E4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286000" y="2651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Allies in Long-Term Recovery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286000" y="3017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Giving back by offering support to others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71600" y="3749040"/>
            <a:ext cx="6400800" cy="914400"/>
          </a:xfrm>
          <a:prstGeom prst="rect">
            <a:avLst/>
          </a:prstGeom>
          <a:solidFill>
            <a:srgbClr val="E8E4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286000" y="384048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Support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286000" y="42062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Supporting the recovery community with empathy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Community Guidelines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"Connection is the antidote to addiction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do not heal in isolation"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💙 Lead with Compassion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Honor Sacred Trust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🌟 Celebrate Every Step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 You Are Worth Saving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Practice Self-Care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0" y="2560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🙌 Share Your Wins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Protect Our Community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Dashboard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097280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Role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Recovery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1097280"/>
          </a:xfrm>
          <a:prstGeom prst="rect">
            <a:avLst/>
          </a:prstGeom>
          <a:solidFill>
            <a:srgbClr val="50C878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🙏 Seeker Mode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393192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4A9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👂 Switch to Listener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9144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Find Listeners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Access: Active Chats • Profile • Sign Out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Find Listeners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1371600"/>
            <a:ext cx="548640" cy="548640"/>
          </a:xfrm>
          <a:prstGeom prst="ellipse">
            <a:avLst/>
          </a:prstGeom>
          <a:solidFill>
            <a:srgbClr val="E8E4F0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920240" y="13258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Listener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Recovery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417320"/>
            <a:ext cx="137160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4173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Chat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560320"/>
            <a:ext cx="548640" cy="548640"/>
          </a:xfrm>
          <a:prstGeom prst="ellipse">
            <a:avLst/>
          </a:prstGeom>
          <a:solidFill>
            <a:srgbClr val="E8E4F0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Listener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606040"/>
            <a:ext cx="137160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606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Chat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749040"/>
            <a:ext cx="548640" cy="548640"/>
          </a:xfrm>
          <a:prstGeom prst="ellipse">
            <a:avLst/>
          </a:prstGeom>
          <a:solidFill>
            <a:srgbClr val="E8E4F0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2024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Listener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92024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in Recovery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794760"/>
            <a:ext cx="137160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Chat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Chat Session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1828800" y="914400"/>
            <a:ext cx="5486400" cy="457200"/>
          </a:xfrm>
          <a:prstGeom prst="rect">
            <a:avLst/>
          </a:prstGeom>
          <a:solidFill>
            <a:srgbClr val="E8F5E9"/>
          </a:solidFill>
          <a:ln w="25400">
            <a:solidFill>
              <a:srgbClr val="50C8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11680" y="1005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Your conversations are private &amp; confidential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6400800" cy="274320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828800"/>
            <a:ext cx="5029200" cy="457200"/>
          </a:xfrm>
          <a:prstGeom prst="rect">
            <a:avLst/>
          </a:prstGeom>
          <a:solidFill>
            <a:srgbClr val="E8E4F0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19202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Listener: Hi, I'm here to listen...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5029200" cy="45720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9" name="Text 7"/>
          <p:cNvSpPr/>
          <p:nvPr/>
        </p:nvSpPr>
        <p:spPr>
          <a:xfrm>
            <a:off x="2377440" y="25603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You: Thank you for being here...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messaging • Report button • End session • Crisis resources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4572000"/>
            <a:ext cx="548640" cy="365760"/>
          </a:xfrm>
          <a:prstGeom prst="rightArrow">
            <a:avLst/>
          </a:prstGeom>
          <a:solidFill>
            <a:srgbClr val="4A90E2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90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RecoveryBridge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is the antidote to addiction</a:t>
            </a:r>
            <a:endParaRPr lang="en-US" sz="2200" dirty="0"/>
          </a:p>
          <a:p>
            <a:pPr algn="ctr" indent="0" marL="0">
              <a:lnSpc>
                <a:spcPts val="32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we do not heal in isolation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safe, confidential space for recovery support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RecoveryBridge User Flow Demo</dc:title>
  <dc:subject>PptxGenJS Presentation</dc:subject>
  <dc:creator>RecoveryBridge</dc:creator>
  <cp:lastModifiedBy>RecoveryBridge</cp:lastModifiedBy>
  <cp:revision>1</cp:revision>
  <dcterms:created xsi:type="dcterms:W3CDTF">2026-02-02T18:18:40Z</dcterms:created>
  <dcterms:modified xsi:type="dcterms:W3CDTF">2026-02-02T18:18:40Z</dcterms:modified>
</cp:coreProperties>
</file>